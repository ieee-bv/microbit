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3dd593f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3dd593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95f3f96f3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95f3f96f3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5f3f96f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5f3f96f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3dd593f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3dd593f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3dd593f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3dd593f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3dd593f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3dd593f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Code is a fantastic way to use visual tools to learn programming and to program your microbit device. Unfortunately we will not have enough time to study this tool.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use the tool visually, then translate the blocks into javascript scripts.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is a programming language that runs on the web. The MakeCode tool will flash the program onto the microbit.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- Make Code is visually very similar to the Scratch program that you can find on the Raspberry Pi and other platforms.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3dd593fb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3dd593f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9cfa749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9cfa749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467c3696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467c3696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adafruit.com" TargetMode="External"/><Relationship Id="rId4" Type="http://schemas.openxmlformats.org/officeDocument/2006/relationships/hyperlink" Target="http://www.learn.adafruit.com/adafruit-gemma-m0?view=all" TargetMode="External"/><Relationship Id="rId10" Type="http://schemas.openxmlformats.org/officeDocument/2006/relationships/hyperlink" Target="https://wiki.python.org/moin/BeginnersGuide" TargetMode="External"/><Relationship Id="rId9" Type="http://schemas.openxmlformats.org/officeDocument/2006/relationships/hyperlink" Target="https://www.python.org/" TargetMode="External"/><Relationship Id="rId5" Type="http://schemas.openxmlformats.org/officeDocument/2006/relationships/hyperlink" Target="http://www.sparkfun.com" TargetMode="External"/><Relationship Id="rId6" Type="http://schemas.openxmlformats.org/officeDocument/2006/relationships/hyperlink" Target="https://codewith.mu/en/download" TargetMode="External"/><Relationship Id="rId7" Type="http://schemas.openxmlformats.org/officeDocument/2006/relationships/hyperlink" Target="https://docs.google.com/presentation/d/1-rhsECbdl-_QQHVEifSHUANQlVRY3bAzd5QX7KLlMLc/edit?usp=sharing" TargetMode="External"/><Relationship Id="rId8" Type="http://schemas.openxmlformats.org/officeDocument/2006/relationships/hyperlink" Target="https://www.w3schools.com/python/default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689075"/>
            <a:ext cx="82854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BBC micro:bit - IEEE Girls Love Tech</a:t>
            </a:r>
            <a:endParaRPr sz="39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Steve Case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</a:t>
            </a:r>
            <a:r>
              <a:rPr lang="en"/>
              <a:t> micro:bit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75" y="712551"/>
            <a:ext cx="8839200" cy="412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Development Board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475" y="757576"/>
            <a:ext cx="5407428" cy="41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08300" y="2488800"/>
            <a:ext cx="15714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</a:t>
            </a:r>
            <a:r>
              <a:rPr lang="en"/>
              <a:t> Development Board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050" y="829600"/>
            <a:ext cx="4785375" cy="35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175" y="712551"/>
            <a:ext cx="7540698" cy="41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675" y="712551"/>
            <a:ext cx="7490640" cy="412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</a:t>
            </a:r>
            <a:r>
              <a:rPr lang="en" sz="2900"/>
              <a:t>Microsoft MakeCode</a:t>
            </a:r>
            <a:endParaRPr sz="2900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250" y="712551"/>
            <a:ext cx="7226462" cy="41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	</a:t>
            </a:r>
            <a:r>
              <a:rPr lang="en" sz="2900"/>
              <a:t>Python Editor</a:t>
            </a:r>
            <a:endParaRPr sz="290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550"/>
            <a:ext cx="8839197" cy="403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</a:t>
            </a:r>
            <a:r>
              <a:rPr lang="en" sz="2900"/>
              <a:t>Mu</a:t>
            </a:r>
            <a:r>
              <a:rPr lang="en"/>
              <a:t> </a:t>
            </a:r>
            <a:r>
              <a:rPr lang="en" sz="2900"/>
              <a:t>Python Editor</a:t>
            </a:r>
            <a:endParaRPr sz="2900"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4607" l="947" r="2407" t="0"/>
          <a:stretch/>
        </p:blipFill>
        <p:spPr>
          <a:xfrm>
            <a:off x="1248225" y="712550"/>
            <a:ext cx="6370174" cy="393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material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Adafruit Industries: </a:t>
            </a: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www.adafruit.com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Gemma M0 learning:   </a:t>
            </a: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www.learn.adafruit.com/adafruit-gemma-m0?view=all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Sparkfun electronics: </a:t>
            </a: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www.sparkfun.com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Mu-Editor Installation: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https://codewith.mu/en/download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Seminar Slides: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https://docs.google.com/presentation/d/1-rhsECbdl-_QQHVEifSHUANQlVRY3bAzd5QX7KLlMLc/edit?usp=sharing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Python: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https://www.w3schools.com/python/default.asp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https://www.python.org/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(advanced full reference for Python)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10"/>
              </a:rPr>
              <a:t>https://wiki.python.org/moin/BeginnersGuide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(still pretty advanced)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Electronics Basics Videos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