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Maven Pro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5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venPro-bold.fntdata"/><Relationship Id="rId30" Type="http://schemas.openxmlformats.org/officeDocument/2006/relationships/font" Target="fonts/MavenPr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93dd593f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93dd593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93dd593f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93dd593f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93dd593f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93dd593f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93dd593fb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93dd593f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9cfa749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9cfa749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7d5853f914ccd07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7d5853f914ccd07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b305d0f2de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b305d0f2de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b305d0f2de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b305d0f2de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44e9f9959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44e9f9959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b29d11de9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b29d11de9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b29d11de9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b29d11de9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b29d11de9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b29d11de9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b305d0f2de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b305d0f2de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4467c3696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4467c3696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" name="Google Shape;278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5" name="Google Shape;2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" name="Google Shape;28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0" name="Google Shape;29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3" name="Google Shape;29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" name="Google Shape;2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0" name="Google Shape;310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1" name="Google Shape;31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315" name="Google Shape;3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319" name="Google Shape;319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0" name="Google Shape;32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1077D2"/>
            </a:gs>
            <a:gs pos="100000">
              <a:srgbClr val="0931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adafruit.com" TargetMode="External"/><Relationship Id="rId4" Type="http://schemas.openxmlformats.org/officeDocument/2006/relationships/hyperlink" Target="http://www.learn.adafruit.com/adafruit-gemma-m0?view=all" TargetMode="External"/><Relationship Id="rId10" Type="http://schemas.openxmlformats.org/officeDocument/2006/relationships/hyperlink" Target="https://wiki.python.org/moin/BeginnersGuide" TargetMode="External"/><Relationship Id="rId9" Type="http://schemas.openxmlformats.org/officeDocument/2006/relationships/hyperlink" Target="https://www.python.org/" TargetMode="External"/><Relationship Id="rId5" Type="http://schemas.openxmlformats.org/officeDocument/2006/relationships/hyperlink" Target="http://www.sparkfun.com" TargetMode="External"/><Relationship Id="rId6" Type="http://schemas.openxmlformats.org/officeDocument/2006/relationships/hyperlink" Target="https://codewith.mu/en/download" TargetMode="External"/><Relationship Id="rId7" Type="http://schemas.openxmlformats.org/officeDocument/2006/relationships/hyperlink" Target="https://docs.google.com/presentation/d/1-rhsECbdl-_QQHVEifSHUANQlVRY3bAzd5QX7KLlMLc/edit?usp=sharing" TargetMode="External"/><Relationship Id="rId8" Type="http://schemas.openxmlformats.org/officeDocument/2006/relationships/hyperlink" Target="https://www.w3schools.com/python/default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/>
          <p:nvPr>
            <p:ph type="ctrTitle"/>
          </p:nvPr>
        </p:nvSpPr>
        <p:spPr>
          <a:xfrm>
            <a:off x="311700" y="689075"/>
            <a:ext cx="8285400" cy="19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BBC micro:bit - </a:t>
            </a:r>
            <a:r>
              <a:rPr lang="en" sz="3900"/>
              <a:t>Python Programming</a:t>
            </a:r>
            <a:endParaRPr sz="3900"/>
          </a:p>
        </p:txBody>
      </p:sp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Steve Case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</a:t>
            </a:r>
            <a:r>
              <a:rPr lang="en"/>
              <a:t> micro:bit</a:t>
            </a:r>
            <a:endParaRPr/>
          </a:p>
        </p:txBody>
      </p:sp>
      <p:pic>
        <p:nvPicPr>
          <p:cNvPr id="334" name="Google Shape;3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75" y="712551"/>
            <a:ext cx="8839200" cy="412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</a:t>
            </a:r>
            <a:endParaRPr/>
          </a:p>
        </p:txBody>
      </p:sp>
      <p:pic>
        <p:nvPicPr>
          <p:cNvPr id="340" name="Google Shape;3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175" y="712551"/>
            <a:ext cx="7540698" cy="41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</a:t>
            </a:r>
            <a:endParaRPr/>
          </a:p>
        </p:txBody>
      </p:sp>
      <p:pic>
        <p:nvPicPr>
          <p:cNvPr id="346" name="Google Shape;3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675" y="712551"/>
            <a:ext cx="7490640" cy="412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	</a:t>
            </a:r>
            <a:r>
              <a:rPr lang="en" sz="2900"/>
              <a:t>Python Editor</a:t>
            </a:r>
            <a:endParaRPr sz="2900"/>
          </a:p>
        </p:txBody>
      </p:sp>
      <p:pic>
        <p:nvPicPr>
          <p:cNvPr id="352" name="Google Shape;3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550"/>
            <a:ext cx="8839197" cy="403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</a:t>
            </a:r>
            <a:r>
              <a:rPr lang="en" sz="2900"/>
              <a:t>Mu</a:t>
            </a:r>
            <a:r>
              <a:rPr lang="en"/>
              <a:t> </a:t>
            </a:r>
            <a:r>
              <a:rPr lang="en" sz="2900"/>
              <a:t>Python Editor</a:t>
            </a:r>
            <a:endParaRPr sz="2900"/>
          </a:p>
        </p:txBody>
      </p:sp>
      <p:pic>
        <p:nvPicPr>
          <p:cNvPr id="358" name="Google Shape;358;p30"/>
          <p:cNvPicPr preferRelativeResize="0"/>
          <p:nvPr/>
        </p:nvPicPr>
        <p:blipFill rotWithShape="1">
          <a:blip r:embed="rId3">
            <a:alphaModFix/>
          </a:blip>
          <a:srcRect b="4607" l="947" r="2407" t="0"/>
          <a:stretch/>
        </p:blipFill>
        <p:spPr>
          <a:xfrm>
            <a:off x="1248225" y="712550"/>
            <a:ext cx="6370174" cy="393597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0"/>
          <p:cNvSpPr/>
          <p:nvPr/>
        </p:nvSpPr>
        <p:spPr>
          <a:xfrm>
            <a:off x="0" y="2870300"/>
            <a:ext cx="6732000" cy="18744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hile_loop.py </a:t>
            </a: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345700" y="691375"/>
            <a:ext cx="1361700" cy="80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1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# Bring in the libraries that you need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while i &lt; 5:                    # execute loop 5 times?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display.show(Image.SKULL)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display.clear()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i = i + 1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bbc:microbit python programs</a:t>
            </a:r>
            <a:endParaRPr/>
          </a:p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For-Loop 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s.case 10/26/20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Bring in the libraries that you need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Execute loop 5 times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for i in range(5):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display.show(Image.HAPPY)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display.clear()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73" name="Google Shape;373;p32"/>
          <p:cNvCxnSpPr/>
          <p:nvPr/>
        </p:nvCxnSpPr>
        <p:spPr>
          <a:xfrm rot="10800000">
            <a:off x="6568050" y="1146900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32"/>
          <p:cNvSpPr/>
          <p:nvPr/>
        </p:nvSpPr>
        <p:spPr>
          <a:xfrm>
            <a:off x="0" y="735850"/>
            <a:ext cx="6391500" cy="9489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7215075" y="976800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Comments 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62850" y="2000000"/>
            <a:ext cx="6492600" cy="7905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32"/>
          <p:cNvCxnSpPr/>
          <p:nvPr/>
        </p:nvCxnSpPr>
        <p:spPr>
          <a:xfrm rot="10800000">
            <a:off x="6839100" y="2465388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8" name="Google Shape;378;p32"/>
          <p:cNvSpPr txBox="1"/>
          <p:nvPr/>
        </p:nvSpPr>
        <p:spPr>
          <a:xfrm>
            <a:off x="7507250" y="2295288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Libraries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0" y="2870300"/>
            <a:ext cx="6732000" cy="18744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0" name="Google Shape;380;p32"/>
          <p:cNvCxnSpPr/>
          <p:nvPr/>
        </p:nvCxnSpPr>
        <p:spPr>
          <a:xfrm rot="10800000">
            <a:off x="6845400" y="35568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32"/>
          <p:cNvSpPr txBox="1"/>
          <p:nvPr/>
        </p:nvSpPr>
        <p:spPr>
          <a:xfrm>
            <a:off x="7551400" y="3386725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Running program</a:t>
            </a:r>
            <a:endParaRPr b="1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- Variables</a:t>
            </a:r>
            <a:endParaRPr/>
          </a:p>
        </p:txBody>
      </p:sp>
      <p:sp>
        <p:nvSpPr>
          <p:cNvPr id="387" name="Google Shape;387;p33"/>
          <p:cNvSpPr txBox="1"/>
          <p:nvPr>
            <p:ph idx="1" type="body"/>
          </p:nvPr>
        </p:nvSpPr>
        <p:spPr>
          <a:xfrm>
            <a:off x="209500" y="723500"/>
            <a:ext cx="83112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print(i)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j = 2.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print(j)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name = “Coco”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print(name)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Coco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88" name="Google Shape;388;p33"/>
          <p:cNvCxnSpPr/>
          <p:nvPr/>
        </p:nvCxnSpPr>
        <p:spPr>
          <a:xfrm rot="10800000">
            <a:off x="3655850" y="109757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33"/>
          <p:cNvSpPr txBox="1"/>
          <p:nvPr/>
        </p:nvSpPr>
        <p:spPr>
          <a:xfrm>
            <a:off x="4428575" y="8766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i is an integer. Think of integers as counting numbers.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2775" y="629575"/>
            <a:ext cx="35589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1" name="Google Shape;391;p33"/>
          <p:cNvCxnSpPr/>
          <p:nvPr/>
        </p:nvCxnSpPr>
        <p:spPr>
          <a:xfrm rot="10800000">
            <a:off x="3655838" y="21537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" name="Google Shape;392;p33"/>
          <p:cNvSpPr txBox="1"/>
          <p:nvPr/>
        </p:nvSpPr>
        <p:spPr>
          <a:xfrm>
            <a:off x="4431338" y="18255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j is an floating point number. Think of it as a number with a fractional part.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-12" y="1735600"/>
            <a:ext cx="35616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4" name="Google Shape;394;p33"/>
          <p:cNvCxnSpPr/>
          <p:nvPr/>
        </p:nvCxnSpPr>
        <p:spPr>
          <a:xfrm rot="10800000">
            <a:off x="3703488" y="3427000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33"/>
          <p:cNvSpPr txBox="1"/>
          <p:nvPr/>
        </p:nvSpPr>
        <p:spPr>
          <a:xfrm>
            <a:off x="4478988" y="3098800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name is a string of collected characters.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396" name="Google Shape;396;p33"/>
          <p:cNvSpPr/>
          <p:nvPr/>
        </p:nvSpPr>
        <p:spPr>
          <a:xfrm>
            <a:off x="47638" y="3008875"/>
            <a:ext cx="35616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3"/>
          <p:cNvSpPr/>
          <p:nvPr/>
        </p:nvSpPr>
        <p:spPr>
          <a:xfrm>
            <a:off x="0" y="2870300"/>
            <a:ext cx="6732000" cy="18744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</a:t>
            </a:r>
            <a:r>
              <a:rPr lang="en"/>
              <a:t>_loop.py</a:t>
            </a:r>
            <a:endParaRPr/>
          </a:p>
        </p:txBody>
      </p:sp>
      <p:sp>
        <p:nvSpPr>
          <p:cNvPr id="403" name="Google Shape;403;p34"/>
          <p:cNvSpPr/>
          <p:nvPr/>
        </p:nvSpPr>
        <p:spPr>
          <a:xfrm>
            <a:off x="345700" y="691375"/>
            <a:ext cx="1361700" cy="80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0" y="76539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# Bring in the libraries that you need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# Execute loop 5 times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for i in range(5):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display.show(Image.HAPPY)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display.clear()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</a:t>
            </a:r>
            <a:r>
              <a:rPr lang="en"/>
              <a:t>_loop.py</a:t>
            </a:r>
            <a:endParaRPr/>
          </a:p>
        </p:txBody>
      </p:sp>
      <p:sp>
        <p:nvSpPr>
          <p:cNvPr id="410" name="Google Shape;410;p35"/>
          <p:cNvSpPr/>
          <p:nvPr/>
        </p:nvSpPr>
        <p:spPr>
          <a:xfrm>
            <a:off x="345700" y="691375"/>
            <a:ext cx="1361700" cy="80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5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# Bring in the libraries that you need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while i &lt; 5:                    # execute loop 5 times?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display.show(Image.SKULL)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display.clear()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i = i + 1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temperature1</a:t>
            </a:r>
            <a:r>
              <a:rPr lang="en"/>
              <a:t>.py</a:t>
            </a:r>
            <a:endParaRPr/>
          </a:p>
        </p:txBody>
      </p:sp>
      <p:sp>
        <p:nvSpPr>
          <p:cNvPr id="417" name="Google Shape;417;p36"/>
          <p:cNvSpPr/>
          <p:nvPr/>
        </p:nvSpPr>
        <p:spPr>
          <a:xfrm>
            <a:off x="345700" y="691375"/>
            <a:ext cx="1361700" cy="80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if button_a.was_pressed():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    display.scroll(temperature())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elif button_b.was_pressed():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    display.scroll("Hi   My name is   Steve   ")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temperature2.py</a:t>
            </a:r>
            <a:endParaRPr/>
          </a:p>
        </p:txBody>
      </p:sp>
      <p:sp>
        <p:nvSpPr>
          <p:cNvPr id="424" name="Google Shape;424;p37"/>
          <p:cNvSpPr/>
          <p:nvPr/>
        </p:nvSpPr>
        <p:spPr>
          <a:xfrm>
            <a:off x="345700" y="691375"/>
            <a:ext cx="1361700" cy="80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7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from microbit import *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    if button_a.was_pressed():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        degF = (9 / 5 * temperature()) + 32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        display.scroll(degF)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</a:t>
            </a:r>
            <a:r>
              <a:rPr lang="en" sz="2900"/>
              <a:t>Other Topics</a:t>
            </a:r>
            <a:endParaRPr sz="2900"/>
          </a:p>
        </p:txBody>
      </p:sp>
      <p:sp>
        <p:nvSpPr>
          <p:cNvPr id="431" name="Google Shape;431;p38"/>
          <p:cNvSpPr txBox="1"/>
          <p:nvPr/>
        </p:nvSpPr>
        <p:spPr>
          <a:xfrm>
            <a:off x="251425" y="963725"/>
            <a:ext cx="84642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microbit</a:t>
            </a: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is based on Micropython.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When </a:t>
            </a: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researching</a:t>
            </a: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you will find examples based on CircuitPython.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CircuitPython is from AdaFruit and is a “fork” of MicroPython.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CircuitPython programs are NOT compatible with the microbit.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This does not make AdaFruit “evil” or bad. 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AdaFruit is making more fantastic products available based on Python which makes creating electronics projects easier than ever.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MicroPython was developed first, so you may see AdaFruit references to early MicroPython projects. 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material</a:t>
            </a:r>
            <a:endParaRPr/>
          </a:p>
        </p:txBody>
      </p:sp>
      <p:sp>
        <p:nvSpPr>
          <p:cNvPr id="437" name="Google Shape;437;p39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Adafruit Industries: </a:t>
            </a: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www.adafruit.com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Gemma M0 learning:   </a:t>
            </a: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www.learn.adafruit.com/adafruit-gemma-m0?view=all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Sparkfun electronics: </a:t>
            </a: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www.sparkfun.com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Mu-Editor Installation: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https://codewith.mu/en/download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Seminar Slides: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https://docs.google.com/presentation/d/1-rhsECbdl-_QQHVEifSHUANQlVRY3bAzd5QX7KLlMLc/edit?usp=sharing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Python: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https://www.w3schools.com/python/default.asp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https://www.python.org/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(advanced full reference for Python)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10"/>
              </a:rPr>
              <a:t>https://wiki.python.org/moin/BeginnersGuide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(still pretty advanced)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Electronics basics videos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